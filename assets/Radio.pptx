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6" r:id="rId2"/>
    <p:sldId id="257" r:id="rId3"/>
    <p:sldId id="258" r:id="rId4"/>
    <p:sldId id="260" r:id="rId5"/>
    <p:sldId id="261" r:id="rId6"/>
    <p:sldId id="259" r:id="rId7"/>
    <p:sldId id="262" r:id="rId8"/>
    <p:sldId id="263" r:id="rId9"/>
    <p:sldId id="264" r:id="rId10"/>
    <p:sldId id="266" r:id="rId11"/>
    <p:sldId id="265" r:id="rId12"/>
  </p:sldIdLst>
  <p:sldSz cx="10080625" cy="5670550"/>
  <p:notesSz cx="7772400" cy="10058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0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5">
            <a:extLst>
              <a:ext uri="{FF2B5EF4-FFF2-40B4-BE49-F238E27FC236}">
                <a16:creationId xmlns:a16="http://schemas.microsoft.com/office/drawing/2014/main" id="{4CAE7719-5A89-C293-BDFE-C045F4FA4435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3" name="Date Placeholder 6">
            <a:extLst>
              <a:ext uri="{FF2B5EF4-FFF2-40B4-BE49-F238E27FC236}">
                <a16:creationId xmlns:a16="http://schemas.microsoft.com/office/drawing/2014/main" id="{420B5E59-9BDE-5612-48FA-2F3742D8829C}"/>
              </a:ext>
            </a:extLst>
          </p:cNvPr>
          <p:cNvSpPr txBox="1">
            <a:spLocks noGrp="1"/>
          </p:cNvSpPr>
          <p:nvPr>
            <p:ph type="dt" sz="quarter" idx="1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t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4" name="Footer Placeholder 7">
            <a:extLst>
              <a:ext uri="{FF2B5EF4-FFF2-40B4-BE49-F238E27FC236}">
                <a16:creationId xmlns:a16="http://schemas.microsoft.com/office/drawing/2014/main" id="{FB8F7790-6D1B-DBD5-4897-5F652A1A0781}"/>
              </a:ext>
            </a:extLst>
          </p:cNvPr>
          <p:cNvSpPr txBox="1">
            <a:spLocks noGrp="1"/>
          </p:cNvSpPr>
          <p:nvPr>
            <p:ph type="ftr" sz="quarter" idx="2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5" name="Slide Number Placeholder 8">
            <a:extLst>
              <a:ext uri="{FF2B5EF4-FFF2-40B4-BE49-F238E27FC236}">
                <a16:creationId xmlns:a16="http://schemas.microsoft.com/office/drawing/2014/main" id="{C6AAF6BF-A99F-5617-BBC6-10F094F5F9F6}"/>
              </a:ext>
            </a:extLst>
          </p:cNvPr>
          <p:cNvSpPr txBox="1">
            <a:spLocks noGrp="1"/>
          </p:cNvSpPr>
          <p:nvPr>
            <p:ph type="sldNum" sz="quarter" idx="3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4" tIns="44997" rIns="90004" bIns="44997" anchor="b" anchorCtr="0" compatLnSpc="0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4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B2E4EE6E-20E3-483E-8B09-E1A28CF9EE89}" type="slidenum">
              <a:t>‹#›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ans" pitchFamily="18"/>
              <a:ea typeface="Microsoft YaHei" pitchFamily="2"/>
              <a:cs typeface="Arial" pitchFamily="2"/>
            </a:endParaRPr>
          </a:p>
        </p:txBody>
      </p:sp>
      <p:sp>
        <p:nvSpPr>
          <p:cNvPr id="6" name="Header Placeholder 1">
            <a:extLst>
              <a:ext uri="{FF2B5EF4-FFF2-40B4-BE49-F238E27FC236}">
                <a16:creationId xmlns:a16="http://schemas.microsoft.com/office/drawing/2014/main" id="{8C7728C9-F2E1-0E3C-4709-C001A93757B4}"/>
              </a:ext>
            </a:extLst>
          </p:cNvPr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7" name="Date Placeholder 2">
            <a:extLst>
              <a:ext uri="{FF2B5EF4-FFF2-40B4-BE49-F238E27FC236}">
                <a16:creationId xmlns:a16="http://schemas.microsoft.com/office/drawing/2014/main" id="{AB3265F4-C2BD-C45B-3D24-3621FB549584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1FB9367-1EC9-45E9-8C82-107AF69C99C5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8" name="Footer Placeholder 3">
            <a:extLst>
              <a:ext uri="{FF2B5EF4-FFF2-40B4-BE49-F238E27FC236}">
                <a16:creationId xmlns:a16="http://schemas.microsoft.com/office/drawing/2014/main" id="{E4C1588C-D2DA-8486-AAFF-79121F454E4B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9553578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163FA954-3788-01D3-48E1-F6C598E7B91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402141" y="9553578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46B27D0-6D45-4861-B59C-DB076FF8D045}" type="slidenum">
              <a:t>‹#›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444553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BCC7878-BF24-1376-5DAE-6EDDCB99490F}"/>
              </a:ext>
            </a:extLst>
          </p:cNvPr>
          <p:cNvSpPr txBox="1">
            <a:spLocks noGrp="1"/>
          </p:cNvSpPr>
          <p:nvPr>
            <p:ph type="hdr" sz="quarter"/>
          </p:nvPr>
        </p:nvSpPr>
        <p:spPr>
          <a:xfrm>
            <a:off x="0" y="0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051BCC5-7EF8-CABB-8208-83ACED99B443}"/>
              </a:ext>
            </a:extLst>
          </p:cNvPr>
          <p:cNvSpPr txBox="1">
            <a:spLocks noGrp="1"/>
          </p:cNvSpPr>
          <p:nvPr>
            <p:ph type="dt" idx="1"/>
          </p:nvPr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EBC5AFA0-9FF6-4053-844E-4418639B7119}" type="datetime1">
              <a:rPr lang="en-US"/>
              <a:pPr lvl="0"/>
              <a:t>3/9/2026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3C09A7B-D678-1150-5758-2825EB6F4AC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869951" y="1257300"/>
            <a:ext cx="6032497" cy="3394079"/>
          </a:xfrm>
          <a:prstGeom prst="rect">
            <a:avLst/>
          </a:prstGeom>
          <a:noFill/>
          <a:ln w="12701">
            <a:solidFill>
              <a:srgbClr val="000000"/>
            </a:solidFill>
            <a:prstDash val="solid"/>
          </a:ln>
        </p:spPr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1F84C1-B4F8-A62B-079B-D74478BF1CFF}"/>
              </a:ext>
            </a:extLst>
          </p:cNvPr>
          <p:cNvSpPr txBox="1">
            <a:spLocks noGrp="1"/>
          </p:cNvSpPr>
          <p:nvPr>
            <p:ph type="body" sz="quarter" idx="3"/>
          </p:nvPr>
        </p:nvSpPr>
        <p:spPr>
          <a:xfrm>
            <a:off x="777870" y="4840284"/>
            <a:ext cx="6216648" cy="396081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Image Placeholder 7">
            <a:extLst>
              <a:ext uri="{FF2B5EF4-FFF2-40B4-BE49-F238E27FC236}">
                <a16:creationId xmlns:a16="http://schemas.microsoft.com/office/drawing/2014/main" id="{5FCF2C8B-3DD1-572C-6A6A-6DD65B703BCB}"/>
              </a:ext>
            </a:extLst>
          </p:cNvPr>
          <p:cNvSpPr>
            <a:spLocks noGrp="1" noRot="1" noChangeAspect="1"/>
          </p:cNvSpPr>
          <p:nvPr>
            <p:ph type="sldImg" sz="quarter" idx="4294967295"/>
          </p:nvPr>
        </p:nvSpPr>
        <p:spPr>
          <a:xfrm>
            <a:off x="533515" y="764282"/>
            <a:ext cx="6704636" cy="3771360"/>
          </a:xfrm>
          <a:prstGeom prst="rect">
            <a:avLst/>
          </a:prstGeom>
          <a:noFill/>
          <a:ln>
            <a:noFill/>
            <a:prstDash val="solid"/>
          </a:ln>
        </p:spPr>
      </p:sp>
      <p:sp>
        <p:nvSpPr>
          <p:cNvPr id="7" name="Notes Placeholder 8">
            <a:extLst>
              <a:ext uri="{FF2B5EF4-FFF2-40B4-BE49-F238E27FC236}">
                <a16:creationId xmlns:a16="http://schemas.microsoft.com/office/drawing/2014/main" id="{6C23758A-378C-9DD8-C780-E34408A039D3}"/>
              </a:ext>
            </a:extLst>
          </p:cNvPr>
          <p:cNvSpPr txBox="1">
            <a:spLocks noGrp="1"/>
          </p:cNvSpPr>
          <p:nvPr>
            <p:ph type="body" sz="quarter" idx="4294967295"/>
          </p:nvPr>
        </p:nvSpPr>
        <p:spPr>
          <a:xfrm>
            <a:off x="777240" y="4777557"/>
            <a:ext cx="6217563" cy="452592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8" name="Header Placeholder 9">
            <a:extLst>
              <a:ext uri="{FF2B5EF4-FFF2-40B4-BE49-F238E27FC236}">
                <a16:creationId xmlns:a16="http://schemas.microsoft.com/office/drawing/2014/main" id="{5D4E772A-C31E-1A59-C6A3-7695DC0C96CF}"/>
              </a:ext>
            </a:extLst>
          </p:cNvPr>
          <p:cNvSpPr txBox="1">
            <a:spLocks noGrp="1"/>
          </p:cNvSpPr>
          <p:nvPr>
            <p:ph type="hdr" sz="quarter" idx="10"/>
          </p:nvPr>
        </p:nvSpPr>
        <p:spPr>
          <a:xfrm>
            <a:off x="0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9" name="Date Placeholder 10">
            <a:extLst>
              <a:ext uri="{FF2B5EF4-FFF2-40B4-BE49-F238E27FC236}">
                <a16:creationId xmlns:a16="http://schemas.microsoft.com/office/drawing/2014/main" id="{5B506A06-4793-4B6E-91B9-7781D1D5C82C}"/>
              </a:ext>
            </a:extLst>
          </p:cNvPr>
          <p:cNvSpPr txBox="1">
            <a:spLocks noGrp="1"/>
          </p:cNvSpPr>
          <p:nvPr>
            <p:ph type="dt" sz="quarter" idx="7"/>
          </p:nvPr>
        </p:nvSpPr>
        <p:spPr>
          <a:xfrm>
            <a:off x="4399196" y="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0" name="Footer Placeholder 11">
            <a:extLst>
              <a:ext uri="{FF2B5EF4-FFF2-40B4-BE49-F238E27FC236}">
                <a16:creationId xmlns:a16="http://schemas.microsoft.com/office/drawing/2014/main" id="{EC4D90AB-3610-5554-B4E3-7FE96681F1AE}"/>
              </a:ext>
            </a:extLst>
          </p:cNvPr>
          <p:cNvSpPr txBox="1">
            <a:spLocks noGrp="1"/>
          </p:cNvSpPr>
          <p:nvPr>
            <p:ph type="ftr" sz="quarter" idx="4"/>
          </p:nvPr>
        </p:nvSpPr>
        <p:spPr>
          <a:xfrm>
            <a:off x="0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11" name="Slide Number Placeholder 12">
            <a:extLst>
              <a:ext uri="{FF2B5EF4-FFF2-40B4-BE49-F238E27FC236}">
                <a16:creationId xmlns:a16="http://schemas.microsoft.com/office/drawing/2014/main" id="{BBCA08B9-4C57-4F30-3404-C8D13BDE99E5}"/>
              </a:ext>
            </a:extLst>
          </p:cNvPr>
          <p:cNvSpPr txBox="1">
            <a:spLocks noGrp="1"/>
          </p:cNvSpPr>
          <p:nvPr>
            <p:ph type="sldNum" sz="quarter" idx="5"/>
          </p:nvPr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b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EDEDD8AF-B973-49F4-AEDB-04F8A59A8BC4}" type="slidenum">
              <a:t>‹#›</a:t>
            </a:fld>
            <a:endParaRPr lang="en-US"/>
          </a:p>
        </p:txBody>
      </p:sp>
      <p:sp>
        <p:nvSpPr>
          <p:cNvPr id="12" name="Footer Placeholder 5">
            <a:extLst>
              <a:ext uri="{FF2B5EF4-FFF2-40B4-BE49-F238E27FC236}">
                <a16:creationId xmlns:a16="http://schemas.microsoft.com/office/drawing/2014/main" id="{325D8D74-88F8-2ECE-84E9-E00AB5BDF95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>
          <a:xfrm>
            <a:off x="0" y="9553578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endParaRPr lang="en-US"/>
          </a:p>
        </p:txBody>
      </p:sp>
      <p:sp>
        <p:nvSpPr>
          <p:cNvPr id="13" name="Slide Number Placeholder 6">
            <a:extLst>
              <a:ext uri="{FF2B5EF4-FFF2-40B4-BE49-F238E27FC236}">
                <a16:creationId xmlns:a16="http://schemas.microsoft.com/office/drawing/2014/main" id="{B4C481AF-3DF4-9379-10BE-89A2F82E40D0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>
          <a:xfrm>
            <a:off x="4402141" y="9553578"/>
            <a:ext cx="3368677" cy="504821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>
            <a:lvl1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defRPr>
            </a:lvl1pPr>
          </a:lstStyle>
          <a:p>
            <a:pPr lvl="0"/>
            <a:fld id="{6C8F0082-D9EF-49BE-947D-8C5AB855ABB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5441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215999" marR="0" lvl="0" indent="-215999" defTabSz="914400" rtl="0" fontAlgn="auto" hangingPunct="0">
      <a:lnSpc>
        <a:spcPct val="100000"/>
      </a:lnSpc>
      <a:spcBef>
        <a:spcPts val="0"/>
      </a:spcBef>
      <a:spcAft>
        <a:spcPts val="0"/>
      </a:spcAft>
      <a:buNone/>
      <a:tabLst/>
      <a:defRPr lang="en-US" sz="2000" b="0" i="0" u="none" strike="noStrike" kern="1200" cap="none" spc="0" baseline="0">
        <a:solidFill>
          <a:srgbClr val="000000"/>
        </a:solidFill>
        <a:highlight>
          <a:scrgbClr r="0" g="0" b="0">
            <a:alpha val="0"/>
          </a:scrgbClr>
        </a:highlight>
        <a:uFillTx/>
        <a:latin typeface="Liberation Sans" pitchFamily="18"/>
        <a:ea typeface="Microsoft YaHei" pitchFamily="2"/>
        <a:cs typeface="Arial" pitchFamily="2"/>
      </a:defRPr>
    </a:lvl1pPr>
    <a:lvl2pPr marL="457200" marR="0" lvl="1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2pPr>
    <a:lvl3pPr marL="914400" marR="0" lvl="2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3pPr>
    <a:lvl4pPr marL="1371600" marR="0" lvl="3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4pPr>
    <a:lvl5pPr marL="1828800" marR="0" lvl="4" indent="0" algn="l" defTabSz="914400" rtl="0" fontAlgn="auto" hangingPunct="1">
      <a:lnSpc>
        <a:spcPct val="100000"/>
      </a:lnSpc>
      <a:spcBef>
        <a:spcPts val="0"/>
      </a:spcBef>
      <a:spcAft>
        <a:spcPts val="0"/>
      </a:spcAft>
      <a:buNone/>
      <a:tabLst/>
      <a:defRPr lang="en-US" sz="1200" b="0" i="0" u="none" strike="noStrike" kern="1200" cap="none" spc="0" baseline="0">
        <a:solidFill>
          <a:srgbClr val="000000"/>
        </a:solidFill>
        <a:uFillTx/>
        <a:latin typeface="Calibri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895C72DD-E1EC-FAEB-4F38-A711832C6342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F308F33-39A9-4F75-A74F-C80A8C176168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331741B5-C51C-5F3D-7492-63C44E15667D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38102B2-78C9-42A8-BCAD-C1E9D0D25214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BC3D266E-2928-AB31-4FE4-EB7A664304E2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BAD4ED3-8499-4CA3-A4D9-2FA876C36973}" type="slidenum">
              <a:t>1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F6BE704C-85D4-CC8D-3BC7-C73EB832BF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9196DC71-F5CE-AC48-3B81-F43DB225D924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526B72B4-B155-5142-530C-82260DA15691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03C9F6AF-F7EB-44AE-B337-4281025EF408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A3EFA464-C05D-A0EC-AEC7-31CFE884A96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1FEAB19-23C8-4433-8071-3D9423DBF61B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4EDDFD4-C2C7-5385-8FB9-087BAC9B4948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837CEEF-17B6-4F00-8D66-80CDAC8F75BB}" type="slidenum">
              <a:t>2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05EB8232-1B75-7E84-4A93-3D836E0BC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D8DC7DA0-A9A8-E64D-E3EF-48D17651990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BA5A5FC2-4557-9811-3596-2ACEB78BFA70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CB65F1D-51BB-4ABD-A9FE-ABF01764E1E2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07898508-BD0F-13BB-4902-2B7BB8BB747C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FEE47D1-099B-4089-AFFE-D0D7675202C3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42C25364-5E71-A851-8DF1-6663392B53A5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023EEB8-B737-45CE-863E-3F3FB9A32789}" type="slidenum">
              <a:t>3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049DB50E-241B-DFE9-8282-DEE0551C29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60C47879-5793-129C-E5C6-F90E20A9E73E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724C4B49-1BFB-299D-3F8C-1F750A83BA47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644B917-8AAD-42A7-98AC-EFB38FFDA462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EC2D412C-9E3E-0C0E-6E93-AFD009532F0D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23276A62-13E2-4DBD-8C8B-6C4C6EAFBCB2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A67AB3A5-E429-BCB6-AD45-C0235FA4190F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0875225-F89D-4C2C-9492-F9140CC1D73C}" type="slidenum">
              <a:t>4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2F8D7182-19D1-0675-3F8A-C0167D3E4FB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B7BCD361-9539-BEC4-258C-A514CCEE1E5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26FEAC0C-BDEC-A25B-E48A-94B0D044DC68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19468954-A69E-4CFD-B861-E74E303D709A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5522FB8A-2FD2-ED07-C1BD-FC16B720260C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4F2460A0-4142-42FE-ABC3-BFA646968C11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E3AB7B24-90C4-B3E6-4635-0F4A16820F06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F2D4869E-363B-4B62-91F4-7B0043A5BF8E}" type="slidenum">
              <a:t>5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CF5C9F04-9695-4DFD-7F86-FF286B8CCF9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B7ABBDAF-846F-5E57-0CEC-3D687CCB884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7D1E0063-1ED0-4692-4D8B-B9901BA3F3BF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E9CB9A7-BD9C-4D1B-A294-BD618ED83EC8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9BD00D00-225B-C550-9E3B-41C034DC18C3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E1C9C51D-4745-4887-8441-84B8E0214D55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66D2EE3-F532-2D95-31D4-78DF0DC1D563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937A259E-5A00-486B-9CD2-4236E57E9381}" type="slidenum">
              <a:t>6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0EC39386-756C-59C7-7F9E-5D4408C52A1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0FFA0427-070E-DD46-081C-BBA42E0EB816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6C3EFD90-5232-BBB8-EA69-A8872219DF73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745FD4A-1EC2-4D14-BCA4-122CA5F9CE4C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2E1F3DC5-F029-2FC7-E485-DF1FEB8AA88C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5CFEEBC-9FD7-41CD-B062-F9052B79D4B5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4D8985FA-0B2D-513D-E64C-DCD9A5EF36E3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69774F17-34C4-4771-A64B-5FA770C8B0F6}" type="slidenum">
              <a:t>7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BB18888C-2005-9E04-5F72-5D94DC5FA65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EF94186E-C03E-4C0D-848B-A5E5DF23B7B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852BD077-290B-2EDF-1C74-B03A07285389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A9DB4931-CBE8-4EC5-A98F-D108043FC15E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749EEFF2-DDE7-7E80-FEC5-911417D776A7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D0F8CA21-8DDB-4B17-A954-98333AB1E099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3F148CDF-808E-E636-8A0C-459EDD560E19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5D96FD37-254E-40E5-87BB-D3A4828D194C}" type="slidenum">
              <a:t>8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65E12450-D1A8-9A80-E960-117B9F859DF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396" y="763588"/>
            <a:ext cx="6704015" cy="3771899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A153FDDD-EFB5-A2FF-777F-CC9805B3E2A0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3D3B632A-8FB7-61E3-BA86-ABE447CC8D73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C442F64-5C10-44B7-95A8-ACE534EDA8D3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AF389379-C3BD-A0D6-B74B-F579D7FA19A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19B526-017A-487A-A899-30FC02CE4F1E}" type="slidenum">
              <a:t>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ED906994-973C-6FCD-E6DC-7EF5F8452670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5042838-4D75-4477-82DF-ADC2C618EC7D}" type="slidenum">
              <a:t>9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85FEA504-07B6-DE9E-23FF-D21664231F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5A9806C4-01F4-A7EB-F3BA-F7EB8D169347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CEFAEB-EC78-7AC8-1C7B-8631B69A44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2">
            <a:extLst>
              <a:ext uri="{FF2B5EF4-FFF2-40B4-BE49-F238E27FC236}">
                <a16:creationId xmlns:a16="http://schemas.microsoft.com/office/drawing/2014/main" id="{830D7215-3AE6-BAF6-C816-5107FA4BAD69}"/>
              </a:ext>
            </a:extLst>
          </p:cNvPr>
          <p:cNvSpPr txBox="1"/>
          <p:nvPr/>
        </p:nvSpPr>
        <p:spPr>
          <a:xfrm>
            <a:off x="4402141" y="0"/>
            <a:ext cx="3368677" cy="504821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noAutofit/>
          </a:bodyPr>
          <a:lstStyle/>
          <a:p>
            <a:pPr marL="0" marR="0" lvl="0" indent="0" algn="r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7C442F64-5C10-44B7-95A8-ACE534EDA8D3}" type="datetime1">
              <a:rPr lang="en-US" sz="12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</a:rPr>
              <a:pPr marL="0" marR="0" lvl="0" indent="0" algn="r" defTabSz="914400" rtl="0" fontAlgn="auto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  <a:tabLst/>
                <a:defRPr sz="1800" b="0" i="0" u="none" strike="noStrike" kern="0" cap="none" spc="0" baseline="0">
                  <a:solidFill>
                    <a:srgbClr val="000000"/>
                  </a:solidFill>
                  <a:uFillTx/>
                </a:defRPr>
              </a:pPr>
              <a:t>3/9/2026</a:t>
            </a:fld>
            <a:endParaRPr lang="en-US" sz="1200" b="0" i="0" u="none" strike="noStrike" kern="1200" cap="none" spc="0" baseline="0">
              <a:solidFill>
                <a:srgbClr val="000000"/>
              </a:solidFill>
              <a:uFillTx/>
              <a:latin typeface="Calibri"/>
            </a:endParaRPr>
          </a:p>
        </p:txBody>
      </p:sp>
      <p:sp>
        <p:nvSpPr>
          <p:cNvPr id="3" name="Slide Number Placeholder 12">
            <a:extLst>
              <a:ext uri="{FF2B5EF4-FFF2-40B4-BE49-F238E27FC236}">
                <a16:creationId xmlns:a16="http://schemas.microsoft.com/office/drawing/2014/main" id="{60377593-F6A5-2588-61AA-FD8C8346E3E2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0" tIns="0" rIns="0" bIns="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CA19B526-017A-487A-A899-30FC02CE4F1E}" type="slidenum">
              <a:t>10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4" name="Slide Number Placeholder 6">
            <a:extLst>
              <a:ext uri="{FF2B5EF4-FFF2-40B4-BE49-F238E27FC236}">
                <a16:creationId xmlns:a16="http://schemas.microsoft.com/office/drawing/2014/main" id="{06BF4630-98AA-949D-22AF-C7857F4AC543}"/>
              </a:ext>
            </a:extLst>
          </p:cNvPr>
          <p:cNvSpPr txBox="1"/>
          <p:nvPr/>
        </p:nvSpPr>
        <p:spPr>
          <a:xfrm>
            <a:off x="4399196" y="9555480"/>
            <a:ext cx="3372837" cy="502563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b" anchorCtr="0" compatLnSpc="1">
            <a:noAutofit/>
          </a:bodyPr>
          <a:lstStyle/>
          <a:p>
            <a: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fld id="{85042838-4D75-4477-82DF-ADC2C618EC7D}" type="slidenum">
              <a:t>10</a:t>
            </a:fld>
            <a:endParaRPr lang="en-US" sz="1400" b="0" i="0" u="none" strike="noStrike" kern="1200" cap="none" spc="0" baseline="0">
              <a:solidFill>
                <a:srgbClr val="000000"/>
              </a:solidFill>
              <a:uFillTx/>
              <a:latin typeface="Liberation Serif" pitchFamily="18"/>
              <a:ea typeface="Segoe UI" pitchFamily="2"/>
              <a:cs typeface="Tahoma" pitchFamily="2"/>
            </a:endParaRPr>
          </a:p>
        </p:txBody>
      </p:sp>
      <p:sp>
        <p:nvSpPr>
          <p:cNvPr id="5" name="Slide Image Placeholder 1">
            <a:extLst>
              <a:ext uri="{FF2B5EF4-FFF2-40B4-BE49-F238E27FC236}">
                <a16:creationId xmlns:a16="http://schemas.microsoft.com/office/drawing/2014/main" id="{FB73F715-36AE-2723-6838-0C06797ED9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533400" y="763588"/>
            <a:ext cx="6704013" cy="3771900"/>
          </a:xfrm>
          <a:solidFill>
            <a:srgbClr val="729FCF"/>
          </a:solidFill>
          <a:ln w="25402">
            <a:solidFill>
              <a:srgbClr val="3465A4"/>
            </a:solidFill>
            <a:prstDash val="solid"/>
          </a:ln>
        </p:spPr>
      </p:sp>
      <p:sp>
        <p:nvSpPr>
          <p:cNvPr id="6" name="Notes Placeholder 2">
            <a:extLst>
              <a:ext uri="{FF2B5EF4-FFF2-40B4-BE49-F238E27FC236}">
                <a16:creationId xmlns:a16="http://schemas.microsoft.com/office/drawing/2014/main" id="{4C81A23F-C9E8-5E00-4A89-88E300900D4F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777240" y="4777557"/>
            <a:ext cx="6217563" cy="4525923"/>
          </a:xfrm>
        </p:spPr>
        <p:txBody>
          <a:bodyPr lIns="0" tIns="0" rIns="0" bIns="0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9333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516F61-D59F-A8DF-C8FA-0AF59E7560DD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1260472" y="928692"/>
            <a:ext cx="7559673" cy="1973266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BA3DF5-97F9-2B0F-FB12-C3F03F6A097C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1260472" y="2978145"/>
            <a:ext cx="7559673" cy="1370008"/>
          </a:xfrm>
        </p:spPr>
        <p:txBody>
          <a:bodyPr anchorCtr="1"/>
          <a:lstStyle>
            <a:lvl1pPr algn="ctr">
              <a:defRPr sz="2400"/>
            </a:lvl1pPr>
          </a:lstStyle>
          <a:p>
            <a:pPr lvl="0"/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9D859D-8422-9F5A-FFBE-6BFFAEEDC84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6EFE28-F099-E0C6-39FC-9AA7F95297C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B7972E-C4A1-6F7D-9C97-837702B9E2D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EE6CFA21-E001-41DF-9313-F8159110F90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54989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57328C-1048-C783-ABD3-31449B07433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C4F936-9F54-0937-1D66-AADEEDCF1CF4}"/>
              </a:ext>
            </a:extLst>
          </p:cNvPr>
          <p:cNvSpPr txBox="1">
            <a:spLocks noGrp="1"/>
          </p:cNvSpPr>
          <p:nvPr>
            <p:ph idx="1"/>
          </p:nvPr>
        </p:nvSpPr>
        <p:spPr/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B4D4EF-4141-4736-2215-B2A204CA280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FF0226-0B78-A6C5-451B-AB27A014628A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318E64-B071-1105-3AA4-7B7B0FB0645F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02AB2289-FBE4-4937-9FD9-EF2A20CCA8C1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6431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2AA0E4-BCAA-25AA-EE70-EC9CAE68F2B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87391" y="1414467"/>
            <a:ext cx="8694736" cy="2357432"/>
          </a:xfrm>
        </p:spPr>
        <p:txBody>
          <a:bodyPr anchor="b"/>
          <a:lstStyle>
            <a:lvl1pPr>
              <a:defRPr sz="60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FB52D09-F6C2-595C-3B80-BA9B8866E4B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7391" y="3794129"/>
            <a:ext cx="8694736" cy="1241426"/>
          </a:xfrm>
        </p:spPr>
        <p:txBody>
          <a:bodyPr/>
          <a:lstStyle>
            <a:lvl1pPr>
              <a:defRPr sz="2400">
                <a:solidFill>
                  <a:srgbClr val="898989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A25714-740F-D1D8-2139-4C4CAF8C94EA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56224C-2E5E-9BCB-970E-BF0C597563BC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FFCF1B-8B34-92E6-C053-2832E9C38B56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76D4CAD2-442D-4A6E-B004-7CD7F5EEB15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689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E264F8-9EF4-4E72-A2D2-D60EFF8BE6A0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54E990-A084-5B61-D20E-9CF12468A68B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503240" y="1327151"/>
            <a:ext cx="4459291" cy="32877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7F3F782-8D02-19DD-AFEA-462C1325AE57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5114925" y="1327151"/>
            <a:ext cx="4460872" cy="3287716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28B2BD-47C3-D893-9285-CBC1491B6776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9D0534-88D3-30A6-C601-E747EB84C105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5987211-292A-F75D-4658-6E6909A68FCE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507C0FA6-1AF9-4D4B-A579-707E5D6A6B7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4289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D44EFD-C997-EC01-4ADA-05400EBEFD4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01623"/>
            <a:ext cx="8694736" cy="1096959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4F4CF-D859-BCD4-E4C9-E031AD7F7B3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93736" y="1390646"/>
            <a:ext cx="4265611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928527-B4B4-7674-B7E9-C00DD92395A0}"/>
              </a:ext>
            </a:extLst>
          </p:cNvPr>
          <p:cNvSpPr txBox="1">
            <a:spLocks noGrp="1"/>
          </p:cNvSpPr>
          <p:nvPr>
            <p:ph idx="2"/>
          </p:nvPr>
        </p:nvSpPr>
        <p:spPr>
          <a:xfrm>
            <a:off x="693736" y="2071692"/>
            <a:ext cx="4265611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135C36D-C044-D182-411F-F68E5D28E792}"/>
              </a:ext>
            </a:extLst>
          </p:cNvPr>
          <p:cNvSpPr txBox="1">
            <a:spLocks noGrp="1"/>
          </p:cNvSpPr>
          <p:nvPr>
            <p:ph type="body" idx="3"/>
          </p:nvPr>
        </p:nvSpPr>
        <p:spPr>
          <a:xfrm>
            <a:off x="5103815" y="1390646"/>
            <a:ext cx="4284658" cy="681035"/>
          </a:xfrm>
        </p:spPr>
        <p:txBody>
          <a:bodyPr anchor="b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96B5B89-85BA-510B-CA3A-C3C354DF8C2B}"/>
              </a:ext>
            </a:extLst>
          </p:cNvPr>
          <p:cNvSpPr txBox="1">
            <a:spLocks noGrp="1"/>
          </p:cNvSpPr>
          <p:nvPr>
            <p:ph idx="4"/>
          </p:nvPr>
        </p:nvSpPr>
        <p:spPr>
          <a:xfrm>
            <a:off x="5103815" y="2071692"/>
            <a:ext cx="4284658" cy="3046415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6AD9705-CFE1-7339-FFC5-B89526049D28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BAD4FB-82FE-5B3E-DEA2-AAA1928C628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BD8E0A3-3BD7-EA59-84ED-8B453E76FC7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BA43F78E-3D44-43EE-8BF8-7F32E8185A48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3611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8477B4-28E2-7724-C97D-C3E91AFD082E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CFA900-4FF4-22CB-6C1E-1211DF8C1109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569D2C8-B8B4-A5BE-1DA7-BDE98FC6455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2C710B5-56CD-9857-1C0B-219187EBDBC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A0F8C61-5004-4710-A864-D730E7EFEF2C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69247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80AB8DC-E563-09DD-981D-E729017CF46B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D1F095-3C68-DCD0-6178-D1F93543C6B8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A22A3C-6290-DF70-FEF7-30F70E48B83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9BE020D-7BF8-457B-A50F-5BC073E25D5A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754877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96C9B5-A5E1-1422-22E9-7F22D36A261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CB55EF-141B-AAFB-87EE-B577FEDD50C3}"/>
              </a:ext>
            </a:extLst>
          </p:cNvPr>
          <p:cNvSpPr txBox="1">
            <a:spLocks noGrp="1"/>
          </p:cNvSpPr>
          <p:nvPr>
            <p:ph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99AC6E-FD67-104A-0E72-50E807561D70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36E3B-0271-E577-9A3C-CEB7E6E58225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2AB2907-EE79-3168-4086-97A4D38C45C0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0B32F6-57DE-8A46-406E-7DB5CB3B6E43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9C6F80AC-09D8-493A-B520-9810FBF563B9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693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238864-5F75-E176-B397-EBE1C45184F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93736" y="377820"/>
            <a:ext cx="3251204" cy="1323978"/>
          </a:xfrm>
        </p:spPr>
        <p:txBody>
          <a:bodyPr anchor="b"/>
          <a:lstStyle>
            <a:lvl1pPr>
              <a:defRPr sz="3200"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B42A4E4-A827-9538-66A9-561D87AA618C}"/>
              </a:ext>
            </a:extLst>
          </p:cNvPr>
          <p:cNvSpPr txBox="1">
            <a:spLocks noGrp="1"/>
          </p:cNvSpPr>
          <p:nvPr>
            <p:ph type="pic" idx="1"/>
          </p:nvPr>
        </p:nvSpPr>
        <p:spPr>
          <a:xfrm>
            <a:off x="4286249" y="815973"/>
            <a:ext cx="5102223" cy="4030666"/>
          </a:xfrm>
        </p:spPr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837E18-9519-CD03-4C70-AB9802112375}"/>
              </a:ext>
            </a:extLst>
          </p:cNvPr>
          <p:cNvSpPr txBox="1">
            <a:spLocks noGrp="1"/>
          </p:cNvSpPr>
          <p:nvPr>
            <p:ph type="body" idx="2"/>
          </p:nvPr>
        </p:nvSpPr>
        <p:spPr>
          <a:xfrm>
            <a:off x="693736" y="1701798"/>
            <a:ext cx="3251204" cy="3151186"/>
          </a:xfrm>
        </p:spPr>
        <p:txBody>
          <a:bodyPr/>
          <a:lstStyle>
            <a:lvl1pPr>
              <a:defRPr sz="16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57740E-A2C3-3D6C-A1D0-93033E953193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529383-2C2A-721D-DD86-F4402932698D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E84916-31D5-9FB1-75C2-D788764D22FA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D3FA5EF5-9053-4EA4-8BCE-65051DE21784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340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01F22B-D517-4B93-8C3D-1A9C65A1DB57}"/>
              </a:ext>
            </a:extLst>
          </p:cNvPr>
          <p:cNvSpPr txBox="1"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62AFE5-ECD2-AAB7-06B2-87276EF714DB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B2516A-8390-89BF-35FD-C57BFDFB1F34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67991E-4F2D-466B-7067-8E1D4A25B076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0CBDE6-12E9-6EC7-44C2-B291EEEDB131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8EC1DDC2-25FD-4B64-B4F9-23907E024D37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05255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C58715-C45B-F1E3-379A-C487941BE6AA}"/>
              </a:ext>
            </a:extLst>
          </p:cNvPr>
          <p:cNvSpPr txBox="1">
            <a:spLocks noGrp="1"/>
          </p:cNvSpPr>
          <p:nvPr>
            <p:ph type="title" orient="vert"/>
          </p:nvPr>
        </p:nvSpPr>
        <p:spPr>
          <a:xfrm>
            <a:off x="7308854" y="225427"/>
            <a:ext cx="2266953" cy="4389440"/>
          </a:xfrm>
        </p:spPr>
        <p:txBody>
          <a:bodyPr vert="eaVert"/>
          <a:lstStyle>
            <a:lvl1pPr>
              <a:defRPr/>
            </a:lvl1pPr>
          </a:lstStyle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D1D06E-1ABB-548E-AB79-BA06E01B40DE}"/>
              </a:ext>
            </a:extLst>
          </p:cNvPr>
          <p:cNvSpPr txBox="1">
            <a:spLocks noGrp="1"/>
          </p:cNvSpPr>
          <p:nvPr>
            <p:ph type="body" orient="vert" idx="1"/>
          </p:nvPr>
        </p:nvSpPr>
        <p:spPr>
          <a:xfrm>
            <a:off x="503240" y="225427"/>
            <a:ext cx="6653210" cy="4389440"/>
          </a:xfrm>
        </p:spPr>
        <p:txBody>
          <a:bodyPr vert="eaVert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BC44D2-38C0-2A3D-FD8F-11D1CC047717}"/>
              </a:ext>
            </a:extLst>
          </p:cNvPr>
          <p:cNvSpPr txBox="1">
            <a:spLocks noGrp="1"/>
          </p:cNvSpPr>
          <p:nvPr>
            <p:ph type="dt" sz="half" idx="7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7A5C64-E1CE-66FE-B5A1-FB40887F46D3}"/>
              </a:ext>
            </a:extLst>
          </p:cNvPr>
          <p:cNvSpPr txBox="1">
            <a:spLocks noGrp="1"/>
          </p:cNvSpPr>
          <p:nvPr>
            <p:ph type="ftr" sz="quarter" idx="9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17B534-0108-42D4-0EB6-1C4CB4FAA912}"/>
              </a:ext>
            </a:extLst>
          </p:cNvPr>
          <p:cNvSpPr txBox="1">
            <a:spLocks noGrp="1"/>
          </p:cNvSpPr>
          <p:nvPr>
            <p:ph type="sldNum" sz="quarter" idx="8"/>
          </p:nvPr>
        </p:nvSpPr>
        <p:spPr/>
        <p:txBody>
          <a:bodyPr/>
          <a:lstStyle>
            <a:lvl1pPr>
              <a:defRPr/>
            </a:lvl1pPr>
          </a:lstStyle>
          <a:p>
            <a:pPr lvl="0"/>
            <a:fld id="{60FF96BB-6B4F-45CE-A00E-95C53D32A1A0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3488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149D1E3-792C-343A-B521-AC4F3BCCA72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03998" y="226076"/>
            <a:ext cx="9071643" cy="946440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ctr" anchorCtr="1" compatLnSpc="1">
            <a:noAutofit/>
          </a:bodyPr>
          <a:lstStyle/>
          <a:p>
            <a:pPr lvl="0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06E6AC-2778-2A7E-A992-E325CB2CAB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503998" y="1326602"/>
            <a:ext cx="9071643" cy="3288237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91EDFE-8859-6CC1-EE89-723A6E02088E}"/>
              </a:ext>
            </a:extLst>
          </p:cNvPr>
          <p:cNvSpPr txBox="1">
            <a:spLocks noGrp="1"/>
          </p:cNvSpPr>
          <p:nvPr>
            <p:ph type="dt" sz="half" idx="2"/>
          </p:nvPr>
        </p:nvSpPr>
        <p:spPr>
          <a:xfrm>
            <a:off x="503998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l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78AE78-8893-9589-4BE0-25DEB0524C72}"/>
              </a:ext>
            </a:extLst>
          </p:cNvPr>
          <p:cNvSpPr txBox="1">
            <a:spLocks noGrp="1"/>
          </p:cNvSpPr>
          <p:nvPr>
            <p:ph type="ftr" sz="quarter" idx="3"/>
          </p:nvPr>
        </p:nvSpPr>
        <p:spPr>
          <a:xfrm>
            <a:off x="3447361" y="5165281"/>
            <a:ext cx="3194995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1" compatLnSpc="1">
            <a:noAutofit/>
          </a:bodyPr>
          <a:lstStyle>
            <a:lvl1pPr marL="0" marR="0" lvl="0" indent="0" algn="ct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F51F94-B374-B852-A050-390C19D1B4D6}"/>
              </a:ext>
            </a:extLst>
          </p:cNvPr>
          <p:cNvSpPr txBox="1">
            <a:spLocks noGrp="1"/>
          </p:cNvSpPr>
          <p:nvPr>
            <p:ph type="sldNum" sz="quarter" idx="4"/>
          </p:nvPr>
        </p:nvSpPr>
        <p:spPr>
          <a:xfrm>
            <a:off x="7227362" y="5165281"/>
            <a:ext cx="2348279" cy="390604"/>
          </a:xfrm>
          <a:prstGeom prst="rect">
            <a:avLst/>
          </a:prstGeom>
          <a:noFill/>
          <a:ln>
            <a:noFill/>
          </a:ln>
        </p:spPr>
        <p:txBody>
          <a:bodyPr vert="horz" wrap="square" lIns="0" tIns="0" rIns="0" bIns="0" anchor="t" anchorCtr="0" compatLnSpc="1">
            <a:noAutofit/>
          </a:bodyPr>
          <a:lstStyle>
            <a:lvl1pPr marL="0" marR="0" lvl="0" indent="0" algn="r" defTabSz="914400" rtl="0" fontAlgn="auto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400" b="0" i="0" u="none" strike="noStrike" kern="1200" cap="none" spc="0" baseline="0">
                <a:solidFill>
                  <a:srgbClr val="000000"/>
                </a:solidFill>
                <a:uFillTx/>
                <a:latin typeface="Liberation Serif" pitchFamily="18"/>
                <a:ea typeface="Segoe UI" pitchFamily="2"/>
                <a:cs typeface="Tahoma" pitchFamily="2"/>
              </a:defRPr>
            </a:lvl1pPr>
          </a:lstStyle>
          <a:p>
            <a:pPr lvl="0"/>
            <a:fld id="{DB8BAA8A-0B3F-4425-B6AA-6D7AC0DD206E}" type="slidenum"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marL="0" marR="0" lvl="0" indent="0" algn="ctr" defTabSz="914400" rtl="0" fontAlgn="auto" hangingPunct="0">
        <a:lnSpc>
          <a:spcPct val="100000"/>
        </a:lnSpc>
        <a:spcBef>
          <a:spcPts val="0"/>
        </a:spcBef>
        <a:spcAft>
          <a:spcPts val="0"/>
        </a:spcAft>
        <a:buNone/>
        <a:tabLst/>
        <a:defRPr lang="en-US" sz="44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Microsoft YaHei" pitchFamily="2"/>
          <a:cs typeface="Arial" pitchFamily="2"/>
        </a:defRPr>
      </a:lvl1pPr>
    </p:titleStyle>
    <p:bodyStyle>
      <a:lvl1pPr marL="0" marR="0" lvl="0" indent="0" defTabSz="914400" rtl="0" fontAlgn="auto" hangingPunct="0">
        <a:lnSpc>
          <a:spcPct val="100000"/>
        </a:lnSpc>
        <a:spcBef>
          <a:spcPts val="1415"/>
        </a:spcBef>
        <a:spcAft>
          <a:spcPts val="0"/>
        </a:spcAft>
        <a:buNone/>
        <a:tabLst/>
        <a:defRPr lang="en-US" sz="3200" b="0" i="0" u="none" strike="noStrike" kern="1200" cap="none" spc="0" baseline="0">
          <a:solidFill>
            <a:srgbClr val="000000"/>
          </a:solidFill>
          <a:highlight>
            <a:scrgbClr r="0" g="0" b="0">
              <a:alpha val="0"/>
            </a:scrgbClr>
          </a:highlight>
          <a:uFillTx/>
          <a:latin typeface="Liberation Sans" pitchFamily="18"/>
          <a:ea typeface="Microsoft YaHei" pitchFamily="2"/>
          <a:cs typeface="Arial" pitchFamily="2"/>
        </a:defRPr>
      </a:lvl1pPr>
      <a:lvl2pPr marL="685800" marR="0" lvl="1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400" b="0" i="0" u="none" strike="noStrike" kern="1200" cap="none" spc="0" baseline="0">
          <a:solidFill>
            <a:srgbClr val="000000"/>
          </a:solidFill>
          <a:uFillTx/>
          <a:latin typeface="Calibri"/>
        </a:defRPr>
      </a:lvl2pPr>
      <a:lvl3pPr marL="1143000" marR="0" lvl="2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2000" b="0" i="0" u="none" strike="noStrike" kern="1200" cap="none" spc="0" baseline="0">
          <a:solidFill>
            <a:srgbClr val="000000"/>
          </a:solidFill>
          <a:uFillTx/>
          <a:latin typeface="Calibri"/>
        </a:defRPr>
      </a:lvl3pPr>
      <a:lvl4pPr marL="1600200" marR="0" lvl="3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4pPr>
      <a:lvl5pPr marL="2057400" marR="0" lvl="4" indent="-228600" algn="l" defTabSz="914400" rtl="0" fontAlgn="auto" hangingPunct="1">
        <a:lnSpc>
          <a:spcPct val="90000"/>
        </a:lnSpc>
        <a:spcBef>
          <a:spcPts val="500"/>
        </a:spcBef>
        <a:spcAft>
          <a:spcPts val="0"/>
        </a:spcAft>
        <a:buSzPct val="100000"/>
        <a:buFont typeface="Arial" pitchFamily="34"/>
        <a:buChar char="•"/>
        <a:tabLst/>
        <a:defRPr lang="en-US" sz="1800" b="0" i="0" u="none" strike="noStrike" kern="1200" cap="none" spc="0" baseline="0">
          <a:solidFill>
            <a:srgbClr val="000000"/>
          </a:solidFill>
          <a:uFillTx/>
          <a:latin typeface="Calibri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gi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5020CADF-876A-F027-02A9-C42CBD859333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72AE2EB8-C8EA-3F19-0D4E-C05BA438134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Why radio?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C9E654CC-5BB3-AB9F-6DE6-AAA6771A36C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/>
          <a:lstStyle/>
          <a:p>
            <a:pPr lvl="0" algn="l">
              <a:buSzPct val="45000"/>
              <a:buFont typeface="OpenSymbol"/>
              <a:buChar char="•"/>
            </a:pPr>
            <a:r>
              <a:rPr lang="en-US"/>
              <a:t>Immediacy</a:t>
            </a:r>
          </a:p>
          <a:p>
            <a:pPr lvl="0" algn="l">
              <a:buSzPct val="45000"/>
              <a:buFont typeface="OpenSymbol"/>
              <a:buChar char="•"/>
            </a:pPr>
            <a:endParaRPr lang="en-US"/>
          </a:p>
          <a:p>
            <a:pPr lvl="0" algn="l">
              <a:buSzPct val="45000"/>
              <a:buFont typeface="OpenSymbol"/>
              <a:buChar char="•"/>
            </a:pPr>
            <a:r>
              <a:rPr lang="en-US"/>
              <a:t>Lack of infrastructure</a:t>
            </a:r>
          </a:p>
          <a:p>
            <a:pPr lvl="0" algn="l">
              <a:buSzPct val="45000"/>
              <a:buFont typeface="OpenSymbol"/>
              <a:buChar char="•"/>
            </a:pPr>
            <a:endParaRPr lang="en-US"/>
          </a:p>
          <a:p>
            <a:pPr lvl="0" algn="l">
              <a:buSzPct val="45000"/>
              <a:buFont typeface="OpenSymbol"/>
              <a:buChar char="•"/>
            </a:pPr>
            <a:r>
              <a:rPr lang="en-US"/>
              <a:t>Group communication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388C8667-CF4E-19EB-F310-B270BB4DAEF2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C810AF0-198D-4115-4912-5C5D658869FB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/>
        <p:txBody>
          <a:bodyPr/>
          <a:lstStyle/>
          <a:p>
            <a:pPr lvl="0"/>
            <a:r>
              <a:rPr lang="en-US"/>
              <a:t>Why NOT radio?</a:t>
            </a:r>
          </a:p>
        </p:txBody>
      </p:sp>
      <p:sp>
        <p:nvSpPr>
          <p:cNvPr id="4" name="Subtitle 3">
            <a:extLst>
              <a:ext uri="{FF2B5EF4-FFF2-40B4-BE49-F238E27FC236}">
                <a16:creationId xmlns:a16="http://schemas.microsoft.com/office/drawing/2014/main" id="{6BC89182-368C-5DDC-93BE-49C9E322A5BF}"/>
              </a:ext>
            </a:extLst>
          </p:cNvPr>
          <p:cNvSpPr txBox="1">
            <a:spLocks noGrp="1"/>
          </p:cNvSpPr>
          <p:nvPr>
            <p:ph type="subTitle" idx="4294967295"/>
          </p:nvPr>
        </p:nvSpPr>
        <p:spPr/>
        <p:txBody>
          <a:bodyPr anchor="ctr">
            <a:normAutofit fontScale="77500" lnSpcReduction="20000"/>
          </a:bodyPr>
          <a:lstStyle/>
          <a:p>
            <a:pPr lvl="0" algn="l">
              <a:buSzPct val="45000"/>
              <a:buFont typeface="OpenSymbol"/>
              <a:buChar char="•"/>
            </a:pPr>
            <a:r>
              <a:rPr lang="en-US"/>
              <a:t>Some radios “need” licensing</a:t>
            </a:r>
          </a:p>
          <a:p>
            <a:pPr lvl="0" algn="l">
              <a:buSzPct val="45000"/>
              <a:buFont typeface="OpenSymbol"/>
              <a:buChar char="•"/>
            </a:pPr>
            <a:endParaRPr lang="en-US"/>
          </a:p>
          <a:p>
            <a:pPr lvl="0" algn="l">
              <a:buSzPct val="45000"/>
              <a:buFont typeface="OpenSymbol"/>
              <a:buChar char="•"/>
            </a:pPr>
            <a:r>
              <a:rPr lang="en-US"/>
              <a:t>Range</a:t>
            </a:r>
          </a:p>
          <a:p>
            <a:pPr lvl="0" algn="l">
              <a:buSzPct val="45000"/>
              <a:buFont typeface="OpenSymbol"/>
              <a:buChar char="•"/>
            </a:pPr>
            <a:endParaRPr lang="en-US"/>
          </a:p>
          <a:p>
            <a:pPr lvl="0" algn="l">
              <a:buSzPct val="45000"/>
              <a:buFont typeface="OpenSymbol"/>
              <a:buChar char="•"/>
            </a:pPr>
            <a:r>
              <a:rPr lang="en-US"/>
              <a:t>Not secure (usually)</a:t>
            </a:r>
          </a:p>
          <a:p>
            <a:pPr lvl="0" algn="l">
              <a:buSzPct val="45000"/>
              <a:buFont typeface="OpenSymbol"/>
              <a:buChar char="•"/>
            </a:pPr>
            <a:endParaRPr lang="en-US"/>
          </a:p>
          <a:p>
            <a:pPr lvl="0" algn="l">
              <a:buSzPct val="45000"/>
              <a:buFont typeface="OpenSymbol"/>
              <a:buChar char="•"/>
            </a:pPr>
            <a:r>
              <a:rPr lang="en-US"/>
              <a:t>Can have ‘add on’ legal penalties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9DC346B1-4894-AC30-0F3E-37B3C1D1FB2C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40DA2C35-6F15-9A7B-7C8D-C7A00EB2DF55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/>
              <a:t>Radio Basics</a:t>
            </a:r>
            <a:br>
              <a:rPr lang="en-US"/>
            </a:br>
            <a:r>
              <a:rPr lang="en-US" sz="3600"/>
              <a:t>- EM Spectrum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687AFDE4-4807-01FE-0D7E-3233F14E7CE5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559" y="1954438"/>
            <a:ext cx="10079641" cy="1780556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8A4BF6D8-9219-059B-82BA-06FBFFB1971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15C3348-0F1A-B919-14DC-7B6D7B5B61D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/>
              <a:t>Radio Basics</a:t>
            </a:r>
            <a:br>
              <a:rPr lang="en-US"/>
            </a:br>
            <a:r>
              <a:rPr lang="en-US" sz="3600"/>
              <a:t>- What is a radio wave?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4C12EE50-23A9-9CBC-57D0-6A4128AC5604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2052242" y="1905664"/>
            <a:ext cx="5838480" cy="2790355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854FF403-FCAE-26C9-07FB-D730909B500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20E082D1-91C0-223E-A2AE-16C5C639B6D7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>
                <a:latin typeface="Liberation Sans"/>
                <a:ea typeface="Microsoft YaHei"/>
                <a:cs typeface="Arial"/>
              </a:rPr>
              <a:t>Radio Basics</a:t>
            </a:r>
            <a:br>
              <a:rPr lang="en-US">
                <a:latin typeface="Liberation Sans"/>
                <a:ea typeface="Microsoft YaHei"/>
                <a:cs typeface="Arial"/>
              </a:rPr>
            </a:br>
            <a:r>
              <a:rPr lang="en-US" sz="3600">
                <a:latin typeface="Liberation Sans"/>
                <a:ea typeface="Microsoft YaHei"/>
                <a:cs typeface="Arial"/>
              </a:rPr>
              <a:t>- Frequency vs. Wavelength</a:t>
            </a:r>
            <a:endParaRPr lang="en-US" sz="3600"/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EE21B0B-6859-6F3E-0643-F0C95537BC9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6293" y="1606609"/>
            <a:ext cx="4359456" cy="326667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5" name="TextBox 6">
            <a:extLst>
              <a:ext uri="{FF2B5EF4-FFF2-40B4-BE49-F238E27FC236}">
                <a16:creationId xmlns:a16="http://schemas.microsoft.com/office/drawing/2014/main" id="{713A1FD8-5B62-FCBD-EE1F-473EE1A0B833}"/>
              </a:ext>
            </a:extLst>
          </p:cNvPr>
          <p:cNvSpPr txBox="1"/>
          <p:nvPr/>
        </p:nvSpPr>
        <p:spPr>
          <a:xfrm>
            <a:off x="5574191" y="1973842"/>
            <a:ext cx="3499801" cy="2585319"/>
          </a:xfrm>
          <a:prstGeom prst="rect">
            <a:avLst/>
          </a:prstGeom>
          <a:noFill/>
          <a:ln cap="flat">
            <a:noFill/>
          </a:ln>
        </p:spPr>
        <p:txBody>
          <a:bodyPr vert="horz" wrap="square" lIns="91440" tIns="45720" rIns="91440" bIns="45720" anchor="t" anchorCtr="0" compatLnSpc="1">
            <a:spAutoFit/>
          </a:bodyPr>
          <a:lstStyle/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Wavelength = speed of light divided by frequency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λ = c/f</a:t>
            </a:r>
            <a:b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</a:b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 = c/λ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endParaRPr lang="en-US" sz="1800" b="0" i="0" u="none" strike="noStrike" kern="1200" cap="none" spc="0" baseline="0">
              <a:solidFill>
                <a:srgbClr val="000000"/>
              </a:solidFill>
              <a:uFillTx/>
              <a:latin typeface="Calibri"/>
              <a:ea typeface="Calibri"/>
              <a:cs typeface="Calibri"/>
            </a:endParaRP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Wavelength in meters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Frequency in MHz</a:t>
            </a:r>
          </a:p>
          <a:p>
            <a:pPr marL="0" marR="0" lvl="0" indent="0" algn="l" defTabSz="914400" rtl="0" fontAlgn="auto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800" b="0" i="0" u="none" strike="noStrike" kern="0" cap="none" spc="0" baseline="0">
                <a:solidFill>
                  <a:srgbClr val="000000"/>
                </a:solidFill>
                <a:uFillTx/>
              </a:defRPr>
            </a:pPr>
            <a:r>
              <a:rPr lang="en-US" sz="1800" b="0" i="0" u="none" strike="noStrike" kern="1200" cap="none" spc="0" baseline="0">
                <a:solidFill>
                  <a:srgbClr val="000000"/>
                </a:solidFill>
                <a:uFillTx/>
                <a:latin typeface="Calibri"/>
                <a:ea typeface="Calibri"/>
                <a:cs typeface="Calibri"/>
              </a:rPr>
              <a:t>Speed in MM/S (300)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p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">
            <a:extLst>
              <a:ext uri="{FF2B5EF4-FFF2-40B4-BE49-F238E27FC236}">
                <a16:creationId xmlns:a16="http://schemas.microsoft.com/office/drawing/2014/main" id="{2EE99CB1-908D-AE86-F1B8-BA0DD7064771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57B991CB-51B7-B42C-DA83-E288730F9EFD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>
                <a:latin typeface="Liberation Sans"/>
                <a:ea typeface="Microsoft YaHei"/>
                <a:cs typeface="Arial"/>
              </a:rPr>
              <a:t>Radio Basics</a:t>
            </a:r>
            <a:br>
              <a:rPr lang="en-US">
                <a:latin typeface="Liberation Sans"/>
                <a:ea typeface="Microsoft YaHei"/>
                <a:cs typeface="Arial"/>
              </a:rPr>
            </a:br>
            <a:r>
              <a:rPr lang="en-US" sz="3600">
                <a:latin typeface="Liberation Sans"/>
                <a:ea typeface="Microsoft YaHei"/>
                <a:cs typeface="Arial"/>
              </a:rPr>
              <a:t>- Radio Spectrum (Bands)</a:t>
            </a:r>
          </a:p>
        </p:txBody>
      </p:sp>
      <p:pic>
        <p:nvPicPr>
          <p:cNvPr id="4" name="">
            <a:extLst>
              <a:ext uri="{FF2B5EF4-FFF2-40B4-BE49-F238E27FC236}">
                <a16:creationId xmlns:a16="http://schemas.microsoft.com/office/drawing/2014/main" id="{AACFF40B-B4A5-B237-01A9-9BBCD979BBC9}"/>
              </a:ext>
            </a:extLst>
          </p:cNvPr>
          <p:cNvPicPr>
            <a:picLocks noChangeAspect="1"/>
          </p:cNvPicPr>
          <p:nvPr/>
        </p:nvPicPr>
        <p:blipFill>
          <a:blip r:embed="rId4">
            <a:lum/>
            <a:alphaModFix/>
          </a:blip>
          <a:srcRect/>
          <a:stretch>
            <a:fillRect/>
          </a:stretch>
        </p:blipFill>
        <p:spPr>
          <a:xfrm>
            <a:off x="16559" y="1600200"/>
            <a:ext cx="10079641" cy="312083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1D4F60D5-9A55-215A-E191-D40CBBB07795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E8B2C16A-162D-AB8C-2503-C7A622F6C9FA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>
                <a:latin typeface="Liberation Sans"/>
                <a:ea typeface="Microsoft YaHei"/>
                <a:cs typeface="Arial"/>
              </a:rPr>
              <a:t>Repeaters</a:t>
            </a:r>
          </a:p>
        </p:txBody>
      </p:sp>
      <p:pic>
        <p:nvPicPr>
          <p:cNvPr id="4" name="Picture 4" descr="A map with blue pins&#10;&#10;AI-generated content may be incorrect.">
            <a:extLst>
              <a:ext uri="{FF2B5EF4-FFF2-40B4-BE49-F238E27FC236}">
                <a16:creationId xmlns:a16="http://schemas.microsoft.com/office/drawing/2014/main" id="{D23B0C49-07B2-0712-16C0-A870E7CD26E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6826" y="1144280"/>
            <a:ext cx="3509906" cy="4523097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5" descr="A map of a city&#10;&#10;AI-generated content may be incorrect.">
            <a:extLst>
              <a:ext uri="{FF2B5EF4-FFF2-40B4-BE49-F238E27FC236}">
                <a16:creationId xmlns:a16="http://schemas.microsoft.com/office/drawing/2014/main" id="{27C401C5-9738-6362-860C-3C615DB58B4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30861" y="1270714"/>
            <a:ext cx="4471736" cy="4268812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4719F769-B5A3-6BE8-DD0F-364014E2D73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6F0F596F-BC39-314C-E05B-45486ACAA522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>
                <a:latin typeface="Liberation Sans"/>
                <a:ea typeface="Microsoft YaHei"/>
                <a:cs typeface="Arial"/>
              </a:rPr>
              <a:t>Repeaters</a:t>
            </a:r>
          </a:p>
        </p:txBody>
      </p:sp>
      <p:pic>
        <p:nvPicPr>
          <p:cNvPr id="4" name="Picture 3" descr="http://nm5ml.com/nm5ml_map.jpg">
            <a:extLst>
              <a:ext uri="{FF2B5EF4-FFF2-40B4-BE49-F238E27FC236}">
                <a16:creationId xmlns:a16="http://schemas.microsoft.com/office/drawing/2014/main" id="{93BBD739-A541-E5FE-6E60-1C9E9D3C98F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5926" y="1206404"/>
            <a:ext cx="3468154" cy="4413104"/>
          </a:xfrm>
          <a:prstGeom prst="rect">
            <a:avLst/>
          </a:prstGeom>
          <a:noFill/>
          <a:ln cap="flat">
            <a:noFill/>
          </a:ln>
        </p:spPr>
      </p:pic>
      <p:pic>
        <p:nvPicPr>
          <p:cNvPr id="5" name="Picture 5" descr="Coverage Map">
            <a:extLst>
              <a:ext uri="{FF2B5EF4-FFF2-40B4-BE49-F238E27FC236}">
                <a16:creationId xmlns:a16="http://schemas.microsoft.com/office/drawing/2014/main" id="{EF485290-E8C4-701D-69FD-5236C5C476E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22156" y="1417429"/>
            <a:ext cx="2578095" cy="3987798"/>
          </a:xfrm>
          <a:prstGeom prst="rect">
            <a:avLst/>
          </a:prstGeom>
          <a:noFill/>
          <a:ln cap="flat"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F29F2B54-F031-8C1F-A579-FD5F8E9FF9E4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D5757F4C-DA7B-36E8-7AD9-65C603AA071E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>
                <a:latin typeface="Liberation Sans"/>
                <a:ea typeface="Microsoft YaHei"/>
                <a:cs typeface="Arial"/>
              </a:rPr>
              <a:t>Cross-Band Repeat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FEB1B12-911B-E2D4-75C2-9E3B6E6DD1CB}"/>
              </a:ext>
            </a:extLst>
          </p:cNvPr>
          <p:cNvSpPr txBox="1"/>
          <p:nvPr/>
        </p:nvSpPr>
        <p:spPr>
          <a:xfrm>
            <a:off x="503998" y="1267915"/>
            <a:ext cx="8267023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“Poor man’s repeater”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Transmits on one band, repeats on the other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Can extend range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More private than a repeater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1742E-1615-950E-02C0-DC2C574E4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9A43D4DB-60E7-8C49-6F60-D7210DCE4036}"/>
              </a:ext>
            </a:extLst>
          </p:cNvPr>
          <p:cNvPicPr>
            <a:picLocks noChangeAspect="1"/>
          </p:cNvPicPr>
          <p:nvPr/>
        </p:nvPicPr>
        <p:blipFill>
          <a:blip r:embed="rId3">
            <a:lum/>
            <a:alphaModFix amt="25000"/>
          </a:blip>
          <a:srcRect/>
          <a:stretch>
            <a:fillRect/>
          </a:stretch>
        </p:blipFill>
        <p:spPr>
          <a:xfrm>
            <a:off x="7315200" y="2720879"/>
            <a:ext cx="2764798" cy="3009235"/>
          </a:xfrm>
          <a:prstGeom prst="rect">
            <a:avLst/>
          </a:prstGeom>
          <a:noFill/>
          <a:ln cap="flat">
            <a:noFill/>
          </a:ln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BE471F98-848F-8DFA-88D7-6CEE449A4BF3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503998" y="130676"/>
            <a:ext cx="9071643" cy="1137239"/>
          </a:xfrm>
        </p:spPr>
        <p:txBody>
          <a:bodyPr/>
          <a:lstStyle/>
          <a:p>
            <a:pPr lvl="0"/>
            <a:r>
              <a:rPr lang="en-US" dirty="0">
                <a:latin typeface="Liberation Sans"/>
                <a:ea typeface="Microsoft YaHei"/>
                <a:cs typeface="Arial"/>
              </a:rPr>
              <a:t>Radio Options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215A5B-1098-45DA-F007-6C6E1C003C69}"/>
              </a:ext>
            </a:extLst>
          </p:cNvPr>
          <p:cNvSpPr txBox="1"/>
          <p:nvPr/>
        </p:nvSpPr>
        <p:spPr>
          <a:xfrm>
            <a:off x="503998" y="1267915"/>
            <a:ext cx="8267023" cy="38164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Ham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000" dirty="0"/>
              <a:t>Needs license, with test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000" dirty="0"/>
              <a:t>Ties real name and address to call sign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FRS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000" dirty="0"/>
              <a:t>No license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sz="2000" dirty="0"/>
              <a:t>Limited to ½ watt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US" sz="3600" dirty="0"/>
              <a:t>GMRS</a:t>
            </a:r>
          </a:p>
          <a:p>
            <a:pPr marL="1028700" lvl="1" indent="-571500">
              <a:buFont typeface="Arial" panose="020B0604020202020204" pitchFamily="34" charset="0"/>
              <a:buChar char="•"/>
            </a:pPr>
            <a:r>
              <a:rPr lang="en-US" dirty="0"/>
              <a:t>Needs license, no test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dirty="0"/>
              <a:t>Ties real name and address to call sign</a:t>
            </a:r>
          </a:p>
          <a:p>
            <a:pPr marL="1485900" lvl="2" indent="-571500">
              <a:buFont typeface="Arial" panose="020B0604020202020204" pitchFamily="34" charset="0"/>
              <a:buChar char="•"/>
            </a:pPr>
            <a:r>
              <a:rPr lang="en-US" dirty="0"/>
              <a:t>½ watt, 5 watt, and 50 watt limits</a:t>
            </a:r>
          </a:p>
        </p:txBody>
      </p:sp>
    </p:spTree>
    <p:extLst>
      <p:ext uri="{BB962C8B-B14F-4D97-AF65-F5344CB8AC3E}">
        <p14:creationId xmlns:p14="http://schemas.microsoft.com/office/powerpoint/2010/main" val="35330315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595029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202</Words>
  <Application>Microsoft Office PowerPoint</Application>
  <PresentationFormat>Widescreen</PresentationFormat>
  <Paragraphs>73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Arial</vt:lpstr>
      <vt:lpstr>Calibri</vt:lpstr>
      <vt:lpstr>Liberation Sans</vt:lpstr>
      <vt:lpstr>Liberation Serif</vt:lpstr>
      <vt:lpstr>OpenSymbol</vt:lpstr>
      <vt:lpstr>Default</vt:lpstr>
      <vt:lpstr>Why radio?</vt:lpstr>
      <vt:lpstr>Why NOT radio?</vt:lpstr>
      <vt:lpstr>Radio Basics - EM Spectrum</vt:lpstr>
      <vt:lpstr>Radio Basics - What is a radio wave?</vt:lpstr>
      <vt:lpstr>Radio Basics - Frequency vs. Wavelength</vt:lpstr>
      <vt:lpstr>Radio Basics - Radio Spectrum (Bands)</vt:lpstr>
      <vt:lpstr>Repeaters</vt:lpstr>
      <vt:lpstr>Repeaters</vt:lpstr>
      <vt:lpstr>Cross-Band Repeat</vt:lpstr>
      <vt:lpstr>Radio Options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Pax Rasmussen</cp:lastModifiedBy>
  <cp:revision>4</cp:revision>
  <dcterms:created xsi:type="dcterms:W3CDTF">2026-03-05T08:51:18Z</dcterms:created>
  <dcterms:modified xsi:type="dcterms:W3CDTF">2026-03-09T22:50:11Z</dcterms:modified>
</cp:coreProperties>
</file>